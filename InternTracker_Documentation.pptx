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2A5F5"/>
                </a:solidFill>
              </a:rPr>
              <a:t>RELIANCE INTERNSHIP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Tech Lead &amp; Intern Feature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A5F5"/>
                </a:solidFill>
              </a:rPr>
              <a:t>FastAPI  ·  MongoDB  ·  React (MUI)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Backend  +  Frontend  +  Authentication — Drop-in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June 2026   |   Added by Aryan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Did We Add?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</a:rPr>
              <a:t>Two new role-based features + a complete auth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521208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🎓  INTERN 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See your own profile &amp; who is assigned to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644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Submit a daily standup (Mon–Fri 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484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View your past standups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325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Track milestone progress &amp; mark them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16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See your standup streak (gamification)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Check compliance % since internship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84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Read published performance reviews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28600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286000"/>
            <a:ext cx="521208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👨‍💼  TECH LEAD 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View all assigned interns at a glance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644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Read the standup feed (filter by date)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484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See reviews waiting for your sign-off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325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Forward a review to the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16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Assign or change a Buddy for each intern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00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Browse available Buddy 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84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  •  Dashboard summary: counts &amp;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47A1"/>
                </a:solidFill>
              </a:rPr>
              <a:t>+ Authentication System  (login · logout · refresh · register · change-password)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This System? (Plain English)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</a:rPr>
              <a:t>Imagine a company that hires many interns every year…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1218895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356616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411480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21991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HR creates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</a:rPr>
              <a:t>HR logs in, creates login accounts for the new intern, their Tech Lead, and their Buddy.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94560"/>
            <a:ext cx="356616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94560"/>
            <a:ext cx="411480" cy="411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221991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240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Manager assigns a Tech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974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</a:rPr>
              <a:t>The Manager picks which Tech Lead will be responsible for the intern.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194560"/>
            <a:ext cx="356616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194560"/>
            <a:ext cx="41148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221991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240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Tech Lead assigns a Buddy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974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</a:rPr>
              <a:t>The Tech Lead then picks a Buddy — the intern's day-to-day mentor.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89120"/>
            <a:ext cx="356616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4114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41655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Intern gets to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920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</a:rPr>
              <a:t>Every morning the intern logs in, fills a quick 3-line standup (what I did, what I'll do, any blockers).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389120"/>
            <a:ext cx="356616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4389120"/>
            <a:ext cx="41148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41655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Buddy reviews &amp; approves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8920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</a:rPr>
              <a:t>The Buddy reads the standup, can reply. At the end of the period, writes a performance review.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389120"/>
            <a:ext cx="356616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4389120"/>
            <a:ext cx="41148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41655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Review goes up the chain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8920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</a:rPr>
              <a:t>Tech Lead → Manager → HR each approve the review before it's published back to the intern.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Complete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</a:rPr>
              <a:t>Two state machines that drive the entire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1218895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ASSIGNMENT STATE MACHINE  (who gets assigned when)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1828800" cy="6400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UNASSIGNED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47A1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33472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16161"/>
                </a:solidFill>
              </a:rPr>
              <a:t>Manager
assigns TL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606040"/>
            <a:ext cx="182880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MANAGER
ASSIGNED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47A1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33472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16161"/>
                </a:solidFill>
              </a:rPr>
              <a:t>TL
accepted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606040"/>
            <a:ext cx="1828800" cy="640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TECHLEAD
ASSIGNED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47A1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33472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16161"/>
                </a:solidFill>
              </a:rPr>
              <a:t>TL assigns
Buddy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606040"/>
            <a:ext cx="18288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BUDDY
ASSIGNED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47A1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33472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16161"/>
                </a:solidFill>
              </a:rPr>
              <a:t>Buddy
accepted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606040"/>
            <a:ext cx="18288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20440"/>
            <a:ext cx="11247120" cy="274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REVIEW STATE MACHINE  (how a performance review is approved)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60520"/>
            <a:ext cx="1828800" cy="64008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47A1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187952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16161"/>
                </a:solidFill>
              </a:rPr>
              <a:t>Buddy
submits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4160520"/>
            <a:ext cx="1828800" cy="6400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TL
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47A1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187952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16161"/>
                </a:solidFill>
              </a:rPr>
              <a:t>TL
forwards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4160520"/>
            <a:ext cx="182880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MGR
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47A1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187952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16161"/>
                </a:solidFill>
              </a:rPr>
              <a:t>Mgr
approves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160520"/>
            <a:ext cx="1828800" cy="640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HR
FINAL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47A1"/>
                </a:solidFill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187952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16161"/>
                </a:solidFill>
              </a:rPr>
              <a:t>HR
publishes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4160520"/>
            <a:ext cx="18288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PUBLISHED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029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Once published, the intern can see the review in their Feedback tab.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Authentication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</a:rPr>
              <a:t>How login and security works — in simple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1218895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16161"/>
                </a:solidFill>
              </a:rPr>
              <a:t>Think of it like a key-card system at an office building.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54864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00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066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🔑  Access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546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A short-lived digital key (lasts 15 minutes). Every API call must show this key. If someone steals it, it expires quickly — limiting damage.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51760"/>
            <a:ext cx="54864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651760"/>
            <a:ext cx="5486400" cy="411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066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 Refresh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A long-lived 'key-maker' (lasts 7 days). Kept securely on the device. When the access token expires, the app quietly gets a fresh one without asking you to log in again.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54864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54864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354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🔒  Token Rotation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834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Every refresh destroys the old refresh token and creates a new one. If a stolen token is used, the real user's next refresh will fail, alerting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480560"/>
            <a:ext cx="54864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480560"/>
            <a:ext cx="548640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5354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👤  Role-Based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834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The token contains your role (Intern / Tech Lead / etc.). Each endpoint checks your role. A Tech Lead cannot call intern endpoints and vice versa.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Intern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</a:rPr>
              <a:t>All endpoints available to a logged-in Intern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1218895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103120"/>
            <a:ext cx="1161288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130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30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14600"/>
            <a:ext cx="1161288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532888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25511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42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/intern/me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5420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Own profile, intern doc, assigned manager / TL / buddy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44368"/>
            <a:ext cx="116128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962656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298094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/intern/standup/today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971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Has today's standup been submitted? Also returns isWeekday 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374136"/>
            <a:ext cx="1161288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392424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341071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4015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/intern/standup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Submit today's standup (blocked on weekends automatically)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03904"/>
            <a:ext cx="116128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22191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384048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383133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/intern/standups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83133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Paginated history of all past standups (?page=&amp;limit=)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33672"/>
            <a:ext cx="1161288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251960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" y="427024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2611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/intern/progress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2611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All milestones + summary counts (pending / in-progress / done)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663440"/>
            <a:ext cx="116128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681727"/>
            <a:ext cx="640080" cy="2743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470001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469087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/intern/milestone/{id}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69087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Self-update a milestone status → IN_PROGRESS or COMPLETED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093208"/>
            <a:ext cx="1161288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111496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5129783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5120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/intern/streak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120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Current consecutive working-day submission streak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522976"/>
            <a:ext cx="116128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541264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555955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4760" y="5550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/intern/compliance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55504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Standup compliance % since internship start date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952744"/>
            <a:ext cx="1161288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5971031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" y="598932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598017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/intern/feedback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598017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Published performance reviews visible to the intern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 Lead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</a:rPr>
              <a:t>All endpoints available to a logged-in Tech Lead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1218895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103120"/>
            <a:ext cx="1161288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130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30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14600"/>
            <a:ext cx="11612880" cy="429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532888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25511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511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/tech-lead/interns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5511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All assigned interns with buddy assignment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71800"/>
            <a:ext cx="116128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990088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0083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083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/tech-lead/standup-feed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0083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Standups from all interns; filterable by 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11612880" cy="429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447288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4655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/tech-lead/reviews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4655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Reviews currently in TL_REVIEW state awaiting sign-off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86200"/>
            <a:ext cx="116128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904487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39227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39227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/tech-lead/reviews/{id}/forward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9227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Approve review + optional comment → advances to MGR_REVIEW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43400"/>
            <a:ext cx="11612880" cy="429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361688"/>
            <a:ext cx="64008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" y="43799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3799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/tech-lead/assign-buddy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3799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Assign or re-assign a Buddy to an intern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00600"/>
            <a:ext cx="116128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818888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48371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48371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/tech-lead/buddies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371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List of all active Buddy users for the assignment dropdown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257800"/>
            <a:ext cx="11612880" cy="429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276088"/>
            <a:ext cx="640080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52943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52943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/tech-lead/dashboard-summary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2943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Counts: interns, today's standups, pending reviews, unassigned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16161"/>
                </a:solidFill>
              </a:rPr>
              <a:t>Auth endpoints: POST /auth/login   POST /auth/refresh   POST /auth/logout   GET /auth/me   POST /auth/register (HR only)   GET /auth/users (HR only)   POST /auth/change-password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Bugs Fixed Before Merging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</a:rPr>
              <a:t>These would have caused silent failures or security issues in your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1218895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4300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854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🔴 Security: Refresh token accepted as access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78024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The original intern/TL router had its own auth check that didn't verify token type. A refresh token could be used to call any intern/TL endpoint. Fixed: removed duplicate auth, now imports get_current_user from auth_router which checks type == 'access'.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98648"/>
            <a:ext cx="114300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3522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🟠 Silent data bug: MongoDB date queries returned nothing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27832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today_start() returned a timezone-AWARE datetime (+00:00). MongoDB stores dates as timezone-NAIVE UTC. The query {date: today} never matched any stored document. Fixed: _utc_today() now returns naive UTC datetime, matching what MongoDB stores.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48456"/>
            <a:ext cx="114300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85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🟠 Crash: compliance endpoint on Python &lt;3.11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datetime.fromisoformat(str(datetime_obj)) breaks when the string contains a +00:00 suffix on Python 3.9/3.10. Fixed: strip timezone suffix before parsing.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98264"/>
            <a:ext cx="114300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🔵 Bad practice: asyncio imported at the bottom of the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2744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import asyncio was at line 618. If the module partially loaded, asyncio.gather() would NameError. Fixed: moved to the top with all other imports.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48072"/>
            <a:ext cx="114300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1846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🔵 Misleading variable name: _caller used but named 'unused'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77256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In register(), _caller.get(employeeId) was used to record who created the account. The underscore prefix told every linter it was unused. Fixed: renamed to current_hr.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97879"/>
            <a:ext cx="114300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934455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16161"/>
                </a:solidFill>
              </a:rPr>
              <a:t>⚪ No MongoDB indexes → slow queries + infinite refresh token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27064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Without indexes, every login does a full collection scan. Expired refresh tokens accumulated forever. Fixed: create_db_indexes() creates TTL index (auto-deletes expired tokens) + unique indexes on email and employeeId.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Was Still Lacking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</a:rPr>
              <a:t>Honest list of what these files do NOT cover — in plain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1218895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4864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037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🚫 No login attempt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Someone can try to guess a password 10,000 times with no slowdown. A proper system would lock the account after 5 wrong tries or add a delay.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48840"/>
            <a:ext cx="54864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037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🚫 Buddy features not included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8775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The Buddy's job is to reply to standups, write performance reviews, and mark them DRAFT → TL_REVIEW. That entire feature set was out of scope here — you'll need to add those endpoints separately.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864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210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🚫 No real-time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0507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When a TL assigns a buddy or a review is forwarded, nobody gets an alert. A full system would send an in-app notification or email when something needs attention.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566160"/>
            <a:ext cx="54864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210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🚫 No file uploads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0507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Interns often need to submit documents (project reports, certificates). This system has no way to upload or store files.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83480"/>
            <a:ext cx="54864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383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🚫 No export / report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2239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HR might want a PDF or Excel sheet of all interns' standup compliance, reviews, etc. There is no such export feature 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983480"/>
            <a:ext cx="54864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0383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🚫 No password reset / forgot password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42239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If someone forgets their password, only HR can reset it by creating a new account. There is no 'Forgot Password' email flow built 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to Integrate Into Your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</a:rPr>
              <a:t>5 steps to go from these files to a working feature in your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1218895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356616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84048" cy="38404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31136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Copy the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3832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auth_router.py  →  app/routers/auth_router.py
techLeadIntern_routes.py  →  app/routers/techLeadIntern_routes.py
AuthPages.tsx  →  src/auth/AuthPages.tsx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2194560"/>
            <a:ext cx="356616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2194560"/>
            <a:ext cx="384048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231136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2494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Mount the routers in main.py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651760"/>
            <a:ext cx="33832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from app.routers.auth_router import router as auth_router, create_db_indexes
from app.routers.techLeadIntern_routes import router as tracker_router
app.include_router(auth_router, prefix='/api/auth')
app.include_router(tracker_router, prefix='/api/intern-tracker')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2194560"/>
            <a:ext cx="356616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2194560"/>
            <a:ext cx="384048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231136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2494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Add DB indexes on startup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651760"/>
            <a:ext cx="33832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In your lifespan function:
    await create_db_indexes(app.state.db)
This creates TTL index (auto-clean tokens) + fast lookup indexes.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548640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384048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42816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Add env vars to your .env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JWT_SECRET, REFRESH_TOKEN_SECRET, USER_COLLECTION,
INTERN_COLLECTION, ASSIGNMENT_COLLECTION, STANDUP_COLLECTION,
MILESTONE_COLLECTION, REVIEW_COLLECTION, SSO_ID_FIELD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4206240"/>
            <a:ext cx="548640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4206240"/>
            <a:ext cx="384048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4242816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426110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</a:rPr>
              <a:t>Wire the React 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6634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In App.tsx:
    import { LoginPage, setupAxiosAuth } from './auth/AuthPages';
    useEffect(() =&gt; setupAxiosAuth(yourAxiosInstance), []);
    &lt;Route path='/login' element={&lt;LoginPage onSuccess={u =&gt; navigate('/')} /&gt;} /&gt;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9 Intern endpoints + 7 Tech Lead endpoints + 7 Auth endpoints  =  23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Full JWT auth: access token (15 min) + rotating refresh token (7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14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React MUI LoginPage + Zustand AuthStore + axios auto-refresh interceptor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950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6 bugs fixed before integration (security, datetime, imports, naming, indexes)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649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2 new features added: Milestone self-update + Standup streak counter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540"/>
                </a:solidFill>
              </a:rPr>
              <a:t>⚠️   Still needed: rate limiting, Buddy feature, notifications, file uploads, password reset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GitHub: github.com/Aryandx/reliance-project-fastapi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2A5F5"/>
                </a:solidFill>
              </a:rPr>
              <a:t>Swagger docs available at  /docs  when the FastAPI server is running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